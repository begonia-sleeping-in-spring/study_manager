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123</a:t>
            </a:r>
            <a:endParaRPr lang="en-US" altLang="zh-CN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 Black</vt:lpstr>
      <vt:lpstr>微软雅黑</vt:lpstr>
      <vt:lpstr>Arial Unicode MS</vt:lpstr>
      <vt:lpstr>黑体</vt:lpstr>
      <vt:lpstr>WPS​​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Le'novo</cp:lastModifiedBy>
  <cp:revision>4</cp:revision>
  <dcterms:created xsi:type="dcterms:W3CDTF">2023-07-11T07:43:00Z</dcterms:created>
  <dcterms:modified xsi:type="dcterms:W3CDTF">2026-06-11T12:27:11Z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13993626897F91E90608AD645D25FD23_42</vt:lpwstr>
  </property>
</Properties>
</file>